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4"/>
  </p:notesMasterIdLst>
  <p:sldIdLst>
    <p:sldId id="256" r:id="rId5"/>
    <p:sldId id="277" r:id="rId6"/>
    <p:sldId id="278" r:id="rId7"/>
    <p:sldId id="282" r:id="rId8"/>
    <p:sldId id="279" r:id="rId9"/>
    <p:sldId id="280" r:id="rId10"/>
    <p:sldId id="281" r:id="rId11"/>
    <p:sldId id="289" r:id="rId12"/>
    <p:sldId id="28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6/16/2023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6/16/2023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Accident Detection And Alert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A Team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Concept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99BA9-CD6D-4A9F-8F25-0B20310F8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621" y="1794301"/>
            <a:ext cx="8503920" cy="478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ACB2-069A-4E4B-8D24-71A5E5C5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Concept: Block Diagram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2F972-22F9-479D-AD0D-67B07288E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073" y="1870155"/>
            <a:ext cx="8248997" cy="464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D650-E721-4334-B4EC-B375DA33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 </a:t>
            </a:r>
            <a:r>
              <a:rPr lang="de-DE" dirty="0" err="1"/>
              <a:t>responsibility</a:t>
            </a:r>
            <a:r>
              <a:rPr lang="de-DE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33F3E-9D36-4545-81B8-63DDAE163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024" y="2611055"/>
            <a:ext cx="7049111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75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87B50-B2FC-418F-969E-187F588A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Implementaion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54F9A-3A18-4E6A-B57E-F3AB91FD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967" y="1666067"/>
            <a:ext cx="7075924" cy="492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2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7EC27-1E11-47F2-BCAB-23F92E05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Implementaion</a:t>
            </a:r>
            <a:endParaRPr lang="de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8837C-D382-488C-931F-40C50D25AE2D}"/>
              </a:ext>
            </a:extLst>
          </p:cNvPr>
          <p:cNvSpPr/>
          <p:nvPr/>
        </p:nvSpPr>
        <p:spPr>
          <a:xfrm>
            <a:off x="10008704" y="1466544"/>
            <a:ext cx="1470992" cy="6695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1DFA3-FE99-4F8F-90B4-CD25F6E7F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0" y="1701541"/>
            <a:ext cx="8954193" cy="482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26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Implementaion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0DC26-A812-4C0C-B780-426F9118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933508"/>
            <a:ext cx="10465724" cy="413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38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F00-E0E2-4655-B717-89EB5E7C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Implementaion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5A9E3-9D26-413F-B396-ED873AC05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218" y="1517497"/>
            <a:ext cx="6458988" cy="491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96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C75C-D7EC-46BE-996A-0071567D1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showcase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28615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purl.org/dc/elements/1.1/"/>
    <ds:schemaRef ds:uri="http://schemas.microsoft.com/office/2006/documentManagement/types"/>
    <ds:schemaRef ds:uri="71af3243-3dd4-4a8d-8c0d-dd76da1f02a5"/>
    <ds:schemaRef ds:uri="http://www.w3.org/XML/1998/namespace"/>
    <ds:schemaRef ds:uri="16c05727-aa75-4e4a-9b5f-8a80a1165891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0</TotalTime>
  <Words>20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Tw Cen MT</vt:lpstr>
      <vt:lpstr>Tw Cen MT Condensed</vt:lpstr>
      <vt:lpstr>Wingdings 3</vt:lpstr>
      <vt:lpstr>Integral</vt:lpstr>
      <vt:lpstr>Accident Detection And Alert System</vt:lpstr>
      <vt:lpstr>Concept</vt:lpstr>
      <vt:lpstr>Concept: Block Diagram</vt:lpstr>
      <vt:lpstr>Task responsibility </vt:lpstr>
      <vt:lpstr>Implementaion</vt:lpstr>
      <vt:lpstr>Implementaion</vt:lpstr>
      <vt:lpstr>Implementaion</vt:lpstr>
      <vt:lpstr>Implementaion</vt:lpstr>
      <vt:lpstr>showcase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2023-05-29T08:48:21Z</dcterms:created>
  <dcterms:modified xsi:type="dcterms:W3CDTF">2023-06-16T17:18:39Z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